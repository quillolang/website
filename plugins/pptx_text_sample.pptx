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4000" b="1"/>
              <a:t>Spring menu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Three new dishes</a:t>
            </a:r>
          </a:p>
          <a:p>
            <a:r>
              <a:rPr lang="en-GB"/>
              <a:t>Served from 1 April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4000" b="1"/>
              <a:t>Prices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Soup of the day: 6.50</a:t>
            </a:r>
          </a:p>
          <a:p>
            <a:r>
              <a:rPr lang="en-GB"/>
              <a:t>Tart with salad: 11.00</a:t>
            </a:r>
          </a:p>
          <a:p>
            <a:r>
              <a:rPr lang="en-GB"/>
              <a:t>Coffee: 2.80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4000" b="1"/>
              <a:t>Thank you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Sampl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Spring menu</dc:title>
  <dc:creator>Quillo Café</dc:creator>
</cp:coreProperties>
</file>